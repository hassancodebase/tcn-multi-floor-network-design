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A9E165D-828F-4C7A-BABB-E1FB2DA00043}">
          <p14:sldIdLst>
            <p14:sldId id="256"/>
            <p14:sldId id="257"/>
            <p14:sldId id="258"/>
            <p14:sldId id="265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2" d="100"/>
          <a:sy n="62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B768AD6-E2FC-42AB-9159-B2161EC5EFFF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E2A2502-55CB-4C03-BE14-530D2E9BE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460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68AD6-E2FC-42AB-9159-B2161EC5EFFF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AE2A2502-55CB-4C03-BE14-530D2E9BE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90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B768AD6-E2FC-42AB-9159-B2161EC5EFFF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E2A2502-55CB-4C03-BE14-530D2E9BE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385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68AD6-E2FC-42AB-9159-B2161EC5EFFF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A2502-55CB-4C03-BE14-530D2E9BE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9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68AD6-E2FC-42AB-9159-B2161EC5EFFF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A2502-55CB-4C03-BE14-530D2E9BE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596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68AD6-E2FC-42AB-9159-B2161EC5EFFF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A2502-55CB-4C03-BE14-530D2E9BE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3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68AD6-E2FC-42AB-9159-B2161EC5EFFF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A2502-55CB-4C03-BE14-530D2E9BE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475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B768AD6-E2FC-42AB-9159-B2161EC5EFFF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E2A2502-55CB-4C03-BE14-530D2E9BE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887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68AD6-E2FC-42AB-9159-B2161EC5EFFF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A2502-55CB-4C03-BE14-530D2E9BE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471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68AD6-E2FC-42AB-9159-B2161EC5EFFF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A2502-55CB-4C03-BE14-530D2E9BE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290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B768AD6-E2FC-42AB-9159-B2161EC5EFFF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E2A2502-55CB-4C03-BE14-530D2E9BE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73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0B768AD6-E2FC-42AB-9159-B2161EC5EFFF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AE2A2502-55CB-4C03-BE14-530D2E9BE3E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00247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9B0FA-5A8A-430D-9AEC-BD6263AED2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Design and Implementation of a Multi-Floor TCN Organization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93C0C5-2219-4691-A784-0B673929DA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Cisco Packet Tracer Based LAN Project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9A49F8D-6E79-46D5-98BB-72D61C3C1268}"/>
              </a:ext>
            </a:extLst>
          </p:cNvPr>
          <p:cNvSpPr txBox="1">
            <a:spLocks/>
          </p:cNvSpPr>
          <p:nvPr/>
        </p:nvSpPr>
        <p:spPr>
          <a:xfrm>
            <a:off x="581191" y="3995607"/>
            <a:ext cx="4141494" cy="184196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bg1"/>
                </a:solidFill>
              </a:rPr>
              <a:t>Presented By:</a:t>
            </a:r>
          </a:p>
          <a:p>
            <a:r>
              <a:rPr lang="en-US" dirty="0">
                <a:solidFill>
                  <a:schemeClr val="bg1"/>
                </a:solidFill>
              </a:rPr>
              <a:t>	Muhammad Hassan – F24608010</a:t>
            </a:r>
          </a:p>
          <a:p>
            <a:r>
              <a:rPr lang="en-US" dirty="0">
                <a:solidFill>
                  <a:schemeClr val="bg1"/>
                </a:solidFill>
              </a:rPr>
              <a:t>	M Rehan Muddassir – F24608041</a:t>
            </a:r>
          </a:p>
          <a:p>
            <a:r>
              <a:rPr lang="en-US" b="1" dirty="0">
                <a:solidFill>
                  <a:schemeClr val="bg1"/>
                </a:solidFill>
              </a:rPr>
              <a:t>Course: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r>
              <a:rPr lang="en-US" dirty="0">
                <a:solidFill>
                  <a:schemeClr val="bg1"/>
                </a:solidFill>
              </a:rPr>
              <a:t>	Computer Networks</a:t>
            </a:r>
          </a:p>
        </p:txBody>
      </p:sp>
    </p:spTree>
    <p:extLst>
      <p:ext uri="{BB962C8B-B14F-4D97-AF65-F5344CB8AC3E}">
        <p14:creationId xmlns:p14="http://schemas.microsoft.com/office/powerpoint/2010/main" val="4215186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33026-98C5-4315-AB5D-2A54EBA9A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5E9C2-3593-4669-BD86-1BF52CA1E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Modern organizations require reliable and scalable networks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Multiple departments across different floors need secure communication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Manual IP assignment is inefficient and error-prone</a:t>
            </a:r>
          </a:p>
          <a:p>
            <a:pPr marL="0" indent="0">
              <a:buNone/>
            </a:pPr>
            <a:r>
              <a:rPr lang="en-US" b="1" dirty="0"/>
              <a:t>Project Objectives: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Design a multi-floor enterprise LAN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Implement VLAN-based segmentation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Enable inter-VLAN communication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Automate IP addressing using DHCP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Deploy Web and Email services</a:t>
            </a:r>
          </a:p>
        </p:txBody>
      </p:sp>
    </p:spTree>
    <p:extLst>
      <p:ext uri="{BB962C8B-B14F-4D97-AF65-F5344CB8AC3E}">
        <p14:creationId xmlns:p14="http://schemas.microsoft.com/office/powerpoint/2010/main" val="1052703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9EAFB-FCB6-4555-A96F-B3BC5D57A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TOPOLOGY &amp;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934EA-9D59-46EB-976B-E32DBF22C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Hierarchical star topology was selected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Ground floor acts as the core network layer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floor has a dedicated access switch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VLANs are assigned per department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Router-on-a-stick is used for inter-VLAN routing</a:t>
            </a:r>
          </a:p>
          <a:p>
            <a:pPr marL="0" indent="0">
              <a:buNone/>
            </a:pPr>
            <a:r>
              <a:rPr lang="en-US" b="1" dirty="0"/>
              <a:t>Benefits: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Scalability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Easy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Reduced broadcast traffic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652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360D0-5FF6-4134-9FFB-0F2E33F51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Topology preview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977127-4B20-44A6-BD92-A48272E285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871" y="2062874"/>
            <a:ext cx="7260257" cy="4092970"/>
          </a:xfrm>
        </p:spPr>
      </p:pic>
    </p:spTree>
    <p:extLst>
      <p:ext uri="{BB962C8B-B14F-4D97-AF65-F5344CB8AC3E}">
        <p14:creationId xmlns:p14="http://schemas.microsoft.com/office/powerpoint/2010/main" val="1590729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48F54-CF5F-4679-9566-6A563E1C2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VLAN &amp; IP ADDRESSING SCHEME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8B9C3-B769-4305-BFFA-E80E21730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Separate VLAN created for each department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VLSM applied on 199.99.99.0/24 network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Efficient IP utilization based on department size</a:t>
            </a:r>
          </a:p>
          <a:p>
            <a:pPr marL="0" indent="0">
              <a:buNone/>
            </a:pPr>
            <a:r>
              <a:rPr lang="en-US" b="1" dirty="0"/>
              <a:t>Examples: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Sales VLAN – 199.99.99.0/27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Software VLAN – 199.99.99.32/27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Administration VLAN – 199.99.99.128/28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Management/Servers VLAN – 199.99.99.224/28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819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8E62B-4F5F-4971-9E6B-D247A2C99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 &amp; DHCP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004E0-01AA-43E7-97D4-8FA6B159A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Router-on-a-stick used for inter-VLAN routing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Subinterfaces</a:t>
            </a:r>
            <a:r>
              <a:rPr lang="en-US" dirty="0"/>
              <a:t> created for each VLAN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Default route configured for Internet access</a:t>
            </a:r>
          </a:p>
          <a:p>
            <a:pPr marL="0" indent="0">
              <a:buNone/>
            </a:pPr>
            <a:r>
              <a:rPr lang="en-US" b="1" dirty="0"/>
              <a:t>DHCP Implementation: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Centralized DHCP on router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Automatic IP assignment to all PCs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Reduced configuration errors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Improved scalability</a:t>
            </a:r>
          </a:p>
        </p:txBody>
      </p:sp>
    </p:spTree>
    <p:extLst>
      <p:ext uri="{BB962C8B-B14F-4D97-AF65-F5344CB8AC3E}">
        <p14:creationId xmlns:p14="http://schemas.microsoft.com/office/powerpoint/2010/main" val="4062593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F19D5-DEA9-42C5-BEF1-53C8E606A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SERVICES (WEB &amp; EMAIL)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F567B-C791-4718-A599-F0DF63F9C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Web Server: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Hosts internal enterprise website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Accessible from all VLANs</a:t>
            </a:r>
          </a:p>
          <a:p>
            <a:pPr marL="0" indent="0">
              <a:buNone/>
            </a:pPr>
            <a:r>
              <a:rPr lang="en-US" b="1" dirty="0"/>
              <a:t>Email Server: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Provides internal communication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Uses SMTP and POP3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Domain-based email addressing</a:t>
            </a:r>
          </a:p>
          <a:p>
            <a:pPr marL="0" indent="0">
              <a:buNone/>
            </a:pPr>
            <a:r>
              <a:rPr lang="en-US" b="1" dirty="0"/>
              <a:t>DNS Service: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Resolves web and mail server names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Enables hostname-based access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740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6E4E7-0E47-48C8-A753-30C5404CA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FACED &amp;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B39E9-623D-496D-9A49-CA919B3E58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Issues Faced: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Inter-VLAN ping failure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VLAN not active on trunk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Email client domain mismatch</a:t>
            </a:r>
          </a:p>
          <a:p>
            <a:pPr marL="0" indent="0">
              <a:buNone/>
            </a:pPr>
            <a:r>
              <a:rPr lang="en-US" b="1" dirty="0"/>
              <a:t>Solutions Applied: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VLANs created on all switches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Trunk ports properly configured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Correct DNS records and email domain setup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03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B8E6D-1567-4C6E-8F59-1D4D56020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&amp; 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09FFF-BEF8-425E-8A9A-23A386005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Conclusion: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Successfully designed and implemented a multi-floor enterprise LAN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VLANs improved security and traffic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DHCP and routing ensured efficient communication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Web and Email services validated application-layer functionality</a:t>
            </a:r>
          </a:p>
          <a:p>
            <a:pPr marL="0" indent="0">
              <a:buNone/>
            </a:pPr>
            <a:r>
              <a:rPr lang="en-US" b="1" dirty="0"/>
              <a:t>Future Enhancements: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Implement network security (ACLs, firewall)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 wireless LAN infrastructure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Introduce redundancy using multiple routers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Implement monitoring and logging tools</a:t>
            </a:r>
          </a:p>
        </p:txBody>
      </p:sp>
    </p:spTree>
    <p:extLst>
      <p:ext uri="{BB962C8B-B14F-4D97-AF65-F5344CB8AC3E}">
        <p14:creationId xmlns:p14="http://schemas.microsoft.com/office/powerpoint/2010/main" val="3398292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B50B131-5DFD-4349-9E7C-8F1B6D9E66FD}"/>
              </a:ext>
            </a:extLst>
          </p:cNvPr>
          <p:cNvSpPr txBox="1">
            <a:spLocks/>
          </p:cNvSpPr>
          <p:nvPr/>
        </p:nvSpPr>
        <p:spPr>
          <a:xfrm>
            <a:off x="4372004" y="3033445"/>
            <a:ext cx="3447991" cy="791110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744161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65359"/>
      </a:accent1>
      <a:accent2>
        <a:srgbClr val="ED8428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5D8C9649-FBE1-4B5B-8258-8A170F9843A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184</TotalTime>
  <Words>349</Words>
  <Application>Microsoft Office PowerPoint</Application>
  <PresentationFormat>Widescreen</PresentationFormat>
  <Paragraphs>78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Gill Sans MT</vt:lpstr>
      <vt:lpstr>Wingdings 2</vt:lpstr>
      <vt:lpstr>Dividend</vt:lpstr>
      <vt:lpstr>Design and Implementation of a Multi-Floor TCN Organization</vt:lpstr>
      <vt:lpstr>INTRODUCTION &amp; OBJECTIVES</vt:lpstr>
      <vt:lpstr>NETWORK TOPOLOGY &amp; DESIGN</vt:lpstr>
      <vt:lpstr>Topology preview</vt:lpstr>
      <vt:lpstr>VLAN &amp; IP ADDRESSING SCHEME</vt:lpstr>
      <vt:lpstr>ROUTING &amp; DHCP IMPLEMENTATION</vt:lpstr>
      <vt:lpstr>NETWORK SERVICES (WEB &amp; EMAIL)</vt:lpstr>
      <vt:lpstr>ISSUES FACED &amp; SOLUTIONS</vt:lpstr>
      <vt:lpstr>CONCLUSION &amp; FUTURE ENHANCEMENTS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Implementation of a Multi-Floor Enterprise Network</dc:title>
  <dc:creator>Muhammad Hassan</dc:creator>
  <cp:lastModifiedBy>Muhammad Hassan</cp:lastModifiedBy>
  <cp:revision>8</cp:revision>
  <dcterms:created xsi:type="dcterms:W3CDTF">2025-12-27T18:11:58Z</dcterms:created>
  <dcterms:modified xsi:type="dcterms:W3CDTF">2026-01-01T18:49:54Z</dcterms:modified>
</cp:coreProperties>
</file>